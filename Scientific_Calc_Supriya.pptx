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94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7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0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4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22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8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01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00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9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3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57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56141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400" dirty="0">
                <a:solidFill>
                  <a:srgbClr val="FFFFFF"/>
                </a:solidFill>
                <a:latin typeface="Algerian" panose="04020705040A02060702" pitchFamily="82" charset="0"/>
              </a:rPr>
              <a:t>			</a:t>
            </a:r>
            <a:r>
              <a:rPr sz="3400" dirty="0">
                <a:solidFill>
                  <a:srgbClr val="FFFFFF"/>
                </a:solidFill>
                <a:latin typeface="Algerian" panose="04020705040A02060702" pitchFamily="82" charset="0"/>
              </a:rPr>
              <a:t>Scientific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5485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Using Python (</a:t>
            </a:r>
            <a:r>
              <a:rPr dirty="0" err="1"/>
              <a:t>Tkinter</a:t>
            </a:r>
            <a:r>
              <a:rPr dirty="0"/>
              <a:t>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A simple and user-friendly calculator made using Python.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It helps users perform both basic and scientific calculations easily.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IN" dirty="0"/>
              <a:t>				</a:t>
            </a:r>
            <a:r>
              <a:rPr lang="en-IN" dirty="0">
                <a:highlight>
                  <a:srgbClr val="000000"/>
                </a:highlight>
              </a:rPr>
              <a:t>Developed by: Supriya Prasad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EB7D8-3A73-00ED-7974-DD7259628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23" y="2826069"/>
            <a:ext cx="4792336" cy="32662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68182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400" dirty="0">
                <a:solidFill>
                  <a:srgbClr val="FFFFFF"/>
                </a:solidFill>
              </a:rPr>
              <a:t>					</a:t>
            </a:r>
            <a:r>
              <a:rPr sz="3400" dirty="0">
                <a:solidFill>
                  <a:srgbClr val="FFFFFF"/>
                </a:solidFill>
              </a:rPr>
              <a:t>Introduction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296054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IN" dirty="0"/>
              <a:t>Introduction :-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IN" dirty="0"/>
              <a:t>• </a:t>
            </a:r>
            <a:r>
              <a:rPr dirty="0"/>
              <a:t>Python is a popular programming language used to build applications.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Tkinter</a:t>
            </a:r>
            <a:r>
              <a:rPr dirty="0"/>
              <a:t> helps create graphical interfaces.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 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Objective:- 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IN" dirty="0"/>
              <a:t>• </a:t>
            </a:r>
            <a:r>
              <a:rPr dirty="0"/>
              <a:t>Build an easy-to-use calculator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Perform daily and scientific calculations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Make it simple for any user to understand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20830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400" dirty="0">
                <a:solidFill>
                  <a:srgbClr val="FFFFFF"/>
                </a:solidFill>
              </a:rPr>
              <a:t>				</a:t>
            </a:r>
            <a:r>
              <a:rPr sz="3400" dirty="0">
                <a:solidFill>
                  <a:srgbClr val="FFFFFF"/>
                </a:solidFill>
              </a:rPr>
              <a:t>Technologies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90332" cy="3477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Technologies Used:- 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IN" dirty="0"/>
              <a:t>• </a:t>
            </a:r>
            <a:r>
              <a:rPr dirty="0"/>
              <a:t>Python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Tkinter</a:t>
            </a:r>
            <a:r>
              <a:rPr lang="en-IN" dirty="0"/>
              <a:t> Library</a:t>
            </a:r>
            <a:endParaRPr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Math Library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Features:- 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IN" dirty="0"/>
              <a:t>• </a:t>
            </a:r>
            <a:r>
              <a:rPr dirty="0"/>
              <a:t>Basic calculations (+, -, *, /)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Scientific functions (sin, cos, tan, log, sqrt)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Special values (π, e)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Error handling for wrong inputs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999591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400" dirty="0">
                <a:solidFill>
                  <a:srgbClr val="FFFFFF"/>
                </a:solidFill>
              </a:rPr>
              <a:t>					</a:t>
            </a:r>
            <a:r>
              <a:rPr sz="3400" dirty="0">
                <a:solidFill>
                  <a:srgbClr val="FFFFFF"/>
                </a:solidFill>
              </a:rPr>
              <a:t>Working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381653" cy="24622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When the user clicks buttons, the numbers and symbols are 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IN" dirty="0"/>
              <a:t>   </a:t>
            </a:r>
            <a:r>
              <a:rPr dirty="0"/>
              <a:t>shown on the screen.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The calculator stores everything as a simple text expression.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When '=' is pressed, Python calculates the result automatically.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For scientific functions like sin or log, special math formulas 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IN" dirty="0"/>
              <a:t>   </a:t>
            </a:r>
            <a:r>
              <a:rPr dirty="0"/>
              <a:t>are used.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Finally, the result is displayed instantly to the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05486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400" dirty="0">
                <a:solidFill>
                  <a:srgbClr val="FFFFFF"/>
                </a:solidFill>
              </a:rPr>
              <a:t>						</a:t>
            </a:r>
            <a:r>
              <a:rPr sz="3400" dirty="0">
                <a:solidFill>
                  <a:srgbClr val="FFFFFF"/>
                </a:solidFill>
              </a:rPr>
              <a:t>Code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393131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The calculator is divided into small functions for better understanding.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For example, one function handles button clicks, 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IN" dirty="0"/>
              <a:t>   </a:t>
            </a:r>
            <a:r>
              <a:rPr dirty="0"/>
              <a:t>another clears the screen.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A special function is used to calculate results safely.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Error handling ensures the app does not crash if wrong input is given.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This makes the program simple, organized, and easy to maintain.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06420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400" dirty="0">
                <a:solidFill>
                  <a:srgbClr val="FFFFFF"/>
                </a:solidFill>
              </a:rPr>
              <a:t>						</a:t>
            </a:r>
            <a:r>
              <a:rPr sz="3400" dirty="0">
                <a:solidFill>
                  <a:srgbClr val="FFFFFF"/>
                </a:solidFill>
              </a:rPr>
              <a:t>Output</a:t>
            </a:r>
            <a:r>
              <a:rPr lang="en-IN" sz="3400" dirty="0">
                <a:solidFill>
                  <a:srgbClr val="FFFFFF"/>
                </a:solidFill>
              </a:rPr>
              <a:t>/GUI</a:t>
            </a:r>
            <a:endParaRPr sz="340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21417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This is the final calculator interface where users can 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perform calculations easily.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It is designed to be simple, clean, and user-friendly.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9CD1AB-B403-6994-8DA1-7DDA2A97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070" y="2936795"/>
            <a:ext cx="4057672" cy="30233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194051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3400" dirty="0">
                <a:solidFill>
                  <a:srgbClr val="FFFFFF"/>
                </a:solidFill>
              </a:rPr>
              <a:t>							</a:t>
            </a:r>
            <a:r>
              <a:rPr sz="3400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463040"/>
            <a:ext cx="7784519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This project shows how we can build a real application 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IN" dirty="0"/>
              <a:t>   </a:t>
            </a:r>
            <a:r>
              <a:rPr dirty="0"/>
              <a:t>using Python.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It combines coding logic with a visual interface.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The calculator is easy to use and useful in daily life.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/>
              <a:t>• It can be improved further by adding more features like 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IN" dirty="0"/>
              <a:t>   </a:t>
            </a:r>
            <a:r>
              <a:rPr dirty="0"/>
              <a:t>history or themes.</a:t>
            </a: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IN" dirty="0"/>
              <a:t>						</a:t>
            </a:r>
            <a:r>
              <a:rPr lang="en-IN" sz="3200" dirty="0">
                <a:highlight>
                  <a:srgbClr val="000000"/>
                </a:highlight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23</TotalTime>
  <Words>407</Words>
  <Application>Microsoft Office PowerPoint</Application>
  <PresentationFormat>On-screen Show (4:3)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Algerian</vt:lpstr>
      <vt:lpstr>Arial</vt:lpstr>
      <vt:lpstr>Calibri Light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Suvesh kumar</cp:lastModifiedBy>
  <cp:revision>14</cp:revision>
  <dcterms:created xsi:type="dcterms:W3CDTF">2013-01-27T09:14:16Z</dcterms:created>
  <dcterms:modified xsi:type="dcterms:W3CDTF">2026-04-24T15:18:40Z</dcterms:modified>
  <cp:category/>
</cp:coreProperties>
</file>